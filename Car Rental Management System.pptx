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9" r:id="rId11"/>
    <p:sldId id="270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-126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AD413A5-1B5F-4977-BF77-CD4F9B2575A9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882278E-D2D6-423F-A656-9CA31D543DF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AD413A5-1B5F-4977-BF77-CD4F9B2575A9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882278E-D2D6-423F-A656-9CA31D543D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AD413A5-1B5F-4977-BF77-CD4F9B2575A9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882278E-D2D6-423F-A656-9CA31D543DF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AD413A5-1B5F-4977-BF77-CD4F9B2575A9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882278E-D2D6-423F-A656-9CA31D543D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AD413A5-1B5F-4977-BF77-CD4F9B2575A9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882278E-D2D6-423F-A656-9CA31D543D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AD413A5-1B5F-4977-BF77-CD4F9B2575A9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882278E-D2D6-423F-A656-9CA31D543D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AD413A5-1B5F-4977-BF77-CD4F9B2575A9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882278E-D2D6-423F-A656-9CA31D543DF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AD413A5-1B5F-4977-BF77-CD4F9B2575A9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882278E-D2D6-423F-A656-9CA31D543D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AD413A5-1B5F-4977-BF77-CD4F9B2575A9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882278E-D2D6-423F-A656-9CA31D543DF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AD413A5-1B5F-4977-BF77-CD4F9B2575A9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882278E-D2D6-423F-A656-9CA31D543D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AD413A5-1B5F-4977-BF77-CD4F9B2575A9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882278E-D2D6-423F-A656-9CA31D543D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0AD413A5-1B5F-4977-BF77-CD4F9B2575A9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E882278E-D2D6-423F-A656-9CA31D543DF4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/>
          <p:cNvSpPr>
            <a:spLocks noGrp="1"/>
          </p:cNvSpPr>
          <p:nvPr/>
        </p:nvSpPr>
        <p:spPr>
          <a:xfrm>
            <a:off x="1447800" y="717614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 fontScale="975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 smtClean="0"/>
              <a:t>SVPM College </a:t>
            </a:r>
            <a:r>
              <a:rPr lang="en-US" sz="2800" b="1" dirty="0"/>
              <a:t>of Commerce Science </a:t>
            </a:r>
            <a:r>
              <a:rPr lang="en-US" sz="2800" b="1" dirty="0" smtClean="0"/>
              <a:t>&amp; </a:t>
            </a:r>
          </a:p>
          <a:p>
            <a:pPr algn="ctr"/>
            <a:r>
              <a:rPr lang="en-US" sz="2800" b="1" dirty="0" smtClean="0"/>
              <a:t>Computer </a:t>
            </a:r>
            <a:r>
              <a:rPr lang="en-US" sz="2800" b="1" dirty="0"/>
              <a:t>Education</a:t>
            </a:r>
          </a:p>
        </p:txBody>
      </p:sp>
      <p:sp>
        <p:nvSpPr>
          <p:cNvPr id="30" name="TextBox 4"/>
          <p:cNvSpPr txBox="1"/>
          <p:nvPr/>
        </p:nvSpPr>
        <p:spPr>
          <a:xfrm>
            <a:off x="609600" y="2131491"/>
            <a:ext cx="800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Department Of Bachelor of Business Administration (Computer Application 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TextBox 5"/>
          <p:cNvSpPr txBox="1"/>
          <p:nvPr/>
        </p:nvSpPr>
        <p:spPr>
          <a:xfrm>
            <a:off x="3124200" y="2775014"/>
            <a:ext cx="335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 Project Presentation On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Box 6"/>
          <p:cNvSpPr txBox="1"/>
          <p:nvPr/>
        </p:nvSpPr>
        <p:spPr>
          <a:xfrm>
            <a:off x="1422400" y="3389119"/>
            <a:ext cx="6858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b="1" dirty="0" smtClean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Car Rental Management System</a:t>
            </a:r>
            <a:endParaRPr lang="en-US" sz="3200" b="1" dirty="0">
              <a:solidFill>
                <a:srgbClr val="92D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Box 7"/>
          <p:cNvSpPr txBox="1"/>
          <p:nvPr/>
        </p:nvSpPr>
        <p:spPr>
          <a:xfrm>
            <a:off x="3616960" y="3973894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b="1" i="0" u="none" dirty="0" smtClean="0">
                <a:latin typeface="Times New Roman"/>
                <a:ea typeface="Times New Roman"/>
                <a:cs typeface="Times New Roman"/>
                <a:sym typeface="Times New Roman"/>
              </a:rPr>
              <a:t>Presented by</a:t>
            </a:r>
          </a:p>
        </p:txBody>
      </p:sp>
      <p:sp>
        <p:nvSpPr>
          <p:cNvPr id="34" name="TextBox 8"/>
          <p:cNvSpPr txBox="1"/>
          <p:nvPr/>
        </p:nvSpPr>
        <p:spPr>
          <a:xfrm>
            <a:off x="1752600" y="4561219"/>
            <a:ext cx="541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Mr.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Jadhav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Rohan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Satish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(SY BBA(C.A)</a:t>
            </a:r>
          </a:p>
        </p:txBody>
      </p:sp>
      <p:sp>
        <p:nvSpPr>
          <p:cNvPr id="35" name="TextBox 9"/>
          <p:cNvSpPr txBox="1"/>
          <p:nvPr/>
        </p:nvSpPr>
        <p:spPr>
          <a:xfrm>
            <a:off x="2628900" y="5518214"/>
            <a:ext cx="3581400" cy="774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962" lvl="0" algn="ctr">
              <a:spcBef>
                <a:spcPts val="1000"/>
              </a:spcBef>
              <a:spcAft>
                <a:spcPct val="0"/>
              </a:spcAft>
              <a:buSzPts val="1600"/>
            </a:pPr>
            <a:r>
              <a:rPr lang="en-US" b="0" i="0" u="none" dirty="0" smtClean="0">
                <a:latin typeface="Times New Roman"/>
                <a:ea typeface="Times New Roman"/>
                <a:cs typeface="Times New Roman"/>
                <a:sym typeface="Times New Roman"/>
              </a:rPr>
              <a:t>Under the Guidance of</a:t>
            </a:r>
            <a:endParaRPr lang="en-US" dirty="0" smtClean="0"/>
          </a:p>
          <a:p>
            <a:pPr marL="80962" lvl="0" algn="ctr">
              <a:spcBef>
                <a:spcPts val="1000"/>
              </a:spcBef>
              <a:spcAft>
                <a:spcPct val="0"/>
              </a:spcAft>
              <a:buSzPts val="1600"/>
            </a:pPr>
            <a:r>
              <a:rPr lang="en-US" b="1" i="0" u="none" dirty="0" smtClean="0">
                <a:latin typeface="Times New Roman"/>
                <a:ea typeface="Times New Roman"/>
                <a:cs typeface="Times New Roman"/>
                <a:sym typeface="Times New Roman"/>
              </a:rPr>
              <a:t>Prof. A.</a:t>
            </a:r>
            <a:r>
              <a:rPr lang="en-US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dirty="0" smtClean="0">
                <a:sym typeface="Times New Roman"/>
              </a:rPr>
              <a:t>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  <a:sym typeface="Times New Roman"/>
              </a:rPr>
              <a:t>Bhagat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5762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667000"/>
            <a:ext cx="7623048" cy="3307080"/>
          </a:xfrm>
        </p:spPr>
        <p:txBody>
          <a:bodyPr>
            <a:noAutofit/>
          </a:bodyPr>
          <a:lstStyle/>
          <a:p>
            <a:pPr algn="ctr"/>
            <a:r>
              <a:rPr lang="en-US" sz="72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CAR RENTAL</a:t>
            </a:r>
            <a:br>
              <a:rPr lang="en-US" sz="72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72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MANAGEMENT</a:t>
            </a:r>
            <a:br>
              <a:rPr lang="en-US" sz="72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72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SYSTEM</a:t>
            </a:r>
            <a:r>
              <a:rPr lang="en-US" sz="7200" dirty="0" smtClean="0">
                <a:solidFill>
                  <a:srgbClr val="002060"/>
                </a:solidFill>
                <a:latin typeface="Arial Black" pitchFamily="34" charset="0"/>
              </a:rPr>
              <a:t/>
            </a:r>
            <a:br>
              <a:rPr lang="en-US" sz="7200" dirty="0" smtClean="0">
                <a:solidFill>
                  <a:srgbClr val="002060"/>
                </a:solidFill>
                <a:latin typeface="Arial Black" pitchFamily="34" charset="0"/>
              </a:rPr>
            </a:br>
            <a:endParaRPr lang="en-US" sz="72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4933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990600"/>
            <a:ext cx="6172200" cy="1198388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25908"/>
            <a:ext cx="78486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Car Rental Management System is a software application for automating rental services. It helps customers book cars easily and assists admins in managing records efficiently.</a:t>
            </a:r>
          </a:p>
          <a:p>
            <a:pPr algn="ctr"/>
            <a:endParaRPr lang="en-US" sz="2800" dirty="0" smtClean="0"/>
          </a:p>
          <a:p>
            <a:pPr algn="ctr"/>
            <a:r>
              <a:rPr lang="en-US" sz="2800" dirty="0" smtClean="0"/>
              <a:t>A web based system for a company that rents out cars. This system enables the company to make their services available to the public through the internet and also keep records about their services. </a:t>
            </a:r>
          </a:p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02617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Times New Roman" pitchFamily="18" charset="0"/>
                <a:cs typeface="Times New Roman" pitchFamily="18" charset="0"/>
              </a:rPr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153400" cy="4525963"/>
          </a:xfrm>
        </p:spPr>
        <p:txBody>
          <a:bodyPr>
            <a:normAutofit fontScale="92500"/>
          </a:bodyPr>
          <a:lstStyle/>
          <a:p>
            <a:pPr marL="514350" indent="-514350">
              <a:lnSpc>
                <a:spcPct val="110000"/>
              </a:lnSpc>
              <a:buAutoNum type="arabicPeriod"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Manual Record-Keeping - Most data is maintained on paper or basic spreadsheets, leading to errors and delays. </a:t>
            </a:r>
          </a:p>
          <a:p>
            <a:pPr marL="514350" indent="-514350">
              <a:lnSpc>
                <a:spcPct val="110000"/>
              </a:lnSpc>
              <a:buAutoNum type="arabicPeriod"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Limited Booking Process - Customers need to visit in person or call for reservations, with no real-time availability check. </a:t>
            </a:r>
          </a:p>
          <a:p>
            <a:pPr marL="514350" indent="-514350">
              <a:lnSpc>
                <a:spcPct val="110000"/>
              </a:lnSpc>
              <a:buAutoNum type="arabicPeriod"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Inefficient Fleet Tracking - Vehicle usage, maintenance, and availability are not properly monitored. </a:t>
            </a:r>
          </a:p>
          <a:p>
            <a:pPr marL="514350" indent="-514350">
              <a:lnSpc>
                <a:spcPct val="110000"/>
              </a:lnSpc>
              <a:buAutoNum type="arabicPeriod"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Payment &amp; Reporting Issues - Lack of automated billing and proper reports for revenue, expenses, and fleet utilization.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134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315200" cy="1143000"/>
          </a:xfrm>
        </p:spPr>
        <p:txBody>
          <a:bodyPr/>
          <a:lstStyle/>
          <a:p>
            <a:pPr algn="l"/>
            <a:r>
              <a:rPr lang="en-US" b="1" dirty="0">
                <a:latin typeface="Times New Roman" pitchFamily="18" charset="0"/>
                <a:cs typeface="Times New Roman" pitchFamily="18" charset="0"/>
              </a:rPr>
              <a:t>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71600"/>
            <a:ext cx="8458200" cy="4343400"/>
          </a:xfrm>
        </p:spPr>
        <p:txBody>
          <a:bodyPr>
            <a:noAutofit/>
          </a:bodyPr>
          <a:lstStyle/>
          <a:p>
            <a:pPr marL="493776" indent="-457200">
              <a:buFont typeface="+mj-lt"/>
              <a:buAutoNum type="arabicPeriod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Online Booking &amp; Vehicle Management Customers can easily book cars, and admins can manage fleet details and availability. </a:t>
            </a:r>
          </a:p>
          <a:p>
            <a:pPr marL="493776" indent="-457200">
              <a:buFont typeface="+mj-lt"/>
              <a:buAutoNum type="arabicPeriod"/>
            </a:pP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marL="493776" indent="-457200">
              <a:buFont typeface="+mj-lt"/>
              <a:buAutoNum type="arabicPeriod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Customer &amp; Payment Management - Secure customer registration, booking history, and multiple payment options. </a:t>
            </a:r>
          </a:p>
          <a:p>
            <a:pPr marL="493776" indent="-457200">
              <a:buFont typeface="+mj-lt"/>
              <a:buAutoNum type="arabicPeriod"/>
            </a:pP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marL="493776" indent="-457200">
              <a:buFont typeface="+mj-lt"/>
              <a:buAutoNum type="arabicPeriod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Report Generation &amp; Notifications Automatic reports for admins and alerts/reminders for customers. </a:t>
            </a:r>
          </a:p>
          <a:p>
            <a:pPr marL="493776" indent="-457200">
              <a:buFont typeface="+mj-lt"/>
              <a:buAutoNum type="arabicPeriod"/>
            </a:pP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marL="493776" indent="-457200">
              <a:buFont typeface="+mj-lt"/>
              <a:buAutoNum type="arabicPeriod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Scalability &amp; Multi-Branch Support System can expand to handle more cars, users, and different locations.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056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023937"/>
            <a:ext cx="5467350" cy="580616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95400" y="304800"/>
            <a:ext cx="3962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ER DIAGRAM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587591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Software Specifications</a:t>
            </a:r>
            <a:endParaRPr lang="en-US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Name – Car Rental Management System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Operating System – Windows 10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Language – HTML,PHP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Database – ORACLE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Key Features – Online booking, vehicle inventory management, secure payment integration, customer feedback module, vehicle tracking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5041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Login Form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905000"/>
            <a:ext cx="5029200" cy="305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83525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Add Customer Form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681716"/>
            <a:ext cx="5189481" cy="3499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86454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Billing Form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547813"/>
            <a:ext cx="4367213" cy="44345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5268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CAR INFO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08" r="67183" b="15992"/>
          <a:stretch/>
        </p:blipFill>
        <p:spPr>
          <a:xfrm>
            <a:off x="2286000" y="1587772"/>
            <a:ext cx="4191000" cy="5270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546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54</TotalTime>
  <Words>309</Words>
  <Application>Microsoft Office PowerPoint</Application>
  <PresentationFormat>On-screen Show (4:3)</PresentationFormat>
  <Paragraphs>38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Solstice</vt:lpstr>
      <vt:lpstr>PowerPoint Presentation</vt:lpstr>
      <vt:lpstr>CAR RENTAL MANAGEMENT SYSTEM </vt:lpstr>
      <vt:lpstr>PowerPoint Presentation</vt:lpstr>
      <vt:lpstr>EXISTING SYSTEM</vt:lpstr>
      <vt:lpstr>Scope</vt:lpstr>
      <vt:lpstr>PowerPoint Presentation</vt:lpstr>
      <vt:lpstr>Software Specifications</vt:lpstr>
      <vt:lpstr>Login Form</vt:lpstr>
      <vt:lpstr>Add Customer Form</vt:lpstr>
      <vt:lpstr>Billing Form</vt:lpstr>
      <vt:lpstr>CAR INFO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 PC</dc:creator>
  <cp:lastModifiedBy>ADMIN PC</cp:lastModifiedBy>
  <cp:revision>8</cp:revision>
  <dcterms:created xsi:type="dcterms:W3CDTF">2025-09-19T13:37:59Z</dcterms:created>
  <dcterms:modified xsi:type="dcterms:W3CDTF">2025-09-22T14:44:32Z</dcterms:modified>
</cp:coreProperties>
</file>